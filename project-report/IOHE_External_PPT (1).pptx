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2" name="Shape 30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7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2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30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31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34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36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3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4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8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5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4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61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6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3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6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0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67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68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7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2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83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8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85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86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7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89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4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91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9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9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4015800" cy="3977283"/>
          </a:xfrm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 sz="half" idx="21"/>
          </p:nvPr>
        </p:nvSpPr>
        <p:spPr>
          <a:xfrm>
            <a:off x="4674239" y="1604519"/>
            <a:ext cx="4015800" cy="3977283"/>
          </a:xfrm>
          <a:prstGeom prst="rect">
            <a:avLst/>
          </a:prstGeom>
        </p:spPr>
        <p:txBody>
          <a:bodyPr anchor="t"/>
          <a:lstStyle/>
          <a:p>
            <a:pPr>
              <a:defRPr spc="-100"/>
            </a:pPr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7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10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11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2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14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9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16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1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8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2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30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13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6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33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34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5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37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2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39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40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1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43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0" y="0"/>
            <a:ext cx="5486040" cy="423828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53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15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9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56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5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8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6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5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62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6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4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6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PlaceHolder 4"/>
          <p:cNvSpPr>
            <a:spLocks noGrp="1"/>
          </p:cNvSpPr>
          <p:nvPr>
            <p:ph type="body" sz="quarter" idx="21"/>
          </p:nvPr>
        </p:nvSpPr>
        <p:spPr>
          <a:xfrm>
            <a:off x="457198" y="3682079"/>
            <a:ext cx="4015802" cy="1896842"/>
          </a:xfrm>
          <a:prstGeom prst="rect">
            <a:avLst/>
          </a:prstGeom>
        </p:spPr>
        <p:txBody>
          <a:bodyPr anchor="t"/>
          <a:lstStyle/>
          <a:p>
            <a:pPr>
              <a:defRPr spc="-100"/>
            </a:pPr>
            <a:endParaRPr/>
          </a:p>
        </p:txBody>
      </p:sp>
      <p:sp>
        <p:nvSpPr>
          <p:cNvPr id="1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78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17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4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81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8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3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8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0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87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88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9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4015800" cy="3977283"/>
          </a:xfrm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4" name="PlaceHolder 4"/>
          <p:cNvSpPr>
            <a:spLocks noGrp="1"/>
          </p:cNvSpPr>
          <p:nvPr>
            <p:ph type="body" sz="quarter" idx="21"/>
          </p:nvPr>
        </p:nvSpPr>
        <p:spPr>
          <a:xfrm>
            <a:off x="4674239" y="3682079"/>
            <a:ext cx="4015800" cy="1896842"/>
          </a:xfrm>
          <a:prstGeom prst="rect">
            <a:avLst/>
          </a:prstGeom>
        </p:spPr>
        <p:txBody>
          <a:bodyPr anchor="t"/>
          <a:lstStyle/>
          <a:p>
            <a:pPr>
              <a:defRPr spc="-100"/>
            </a:pPr>
            <a:endParaRPr/>
          </a:p>
        </p:txBody>
      </p:sp>
      <p:sp>
        <p:nvSpPr>
          <p:cNvPr id="1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03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20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9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06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0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8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1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5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12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1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4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1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9" name="PlaceHolder 4"/>
          <p:cNvSpPr>
            <a:spLocks noGrp="1"/>
          </p:cNvSpPr>
          <p:nvPr>
            <p:ph type="body" sz="half" idx="21"/>
          </p:nvPr>
        </p:nvSpPr>
        <p:spPr>
          <a:xfrm>
            <a:off x="457199" y="3682079"/>
            <a:ext cx="8229242" cy="1896842"/>
          </a:xfrm>
          <a:prstGeom prst="rect">
            <a:avLst/>
          </a:prstGeom>
        </p:spPr>
        <p:txBody>
          <a:bodyPr anchor="t"/>
          <a:lstStyle/>
          <a:p>
            <a:pPr>
              <a:defRPr spc="-100"/>
            </a:pPr>
            <a:endParaRPr/>
          </a:p>
        </p:txBody>
      </p:sp>
      <p:sp>
        <p:nvSpPr>
          <p:cNvPr id="2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28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22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4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31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3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3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3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0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37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38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9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4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8229242" cy="1896842"/>
          </a:xfrm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4" name="PlaceHolder 3"/>
          <p:cNvSpPr>
            <a:spLocks noGrp="1"/>
          </p:cNvSpPr>
          <p:nvPr>
            <p:ph type="body" sz="half" idx="21"/>
          </p:nvPr>
        </p:nvSpPr>
        <p:spPr>
          <a:xfrm>
            <a:off x="457199" y="3682079"/>
            <a:ext cx="8229242" cy="1896842"/>
          </a:xfrm>
          <a:prstGeom prst="rect">
            <a:avLst/>
          </a:prstGeom>
        </p:spPr>
        <p:txBody>
          <a:bodyPr anchor="t"/>
          <a:lstStyle/>
          <a:p>
            <a:pPr>
              <a:defRPr spc="-100"/>
            </a:pPr>
            <a:endParaRPr/>
          </a:p>
        </p:txBody>
      </p:sp>
      <p:sp>
        <p:nvSpPr>
          <p:cNvPr id="2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3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254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9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56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57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8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60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5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62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63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4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66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9" name="PlaceHolder 5"/>
          <p:cNvSpPr>
            <a:spLocks noGrp="1"/>
          </p:cNvSpPr>
          <p:nvPr>
            <p:ph type="body" sz="quarter" idx="21"/>
          </p:nvPr>
        </p:nvSpPr>
        <p:spPr>
          <a:xfrm>
            <a:off x="4674239" y="3682079"/>
            <a:ext cx="4015800" cy="1896842"/>
          </a:xfrm>
          <a:prstGeom prst="rect">
            <a:avLst/>
          </a:prstGeom>
        </p:spPr>
        <p:txBody>
          <a:bodyPr anchor="t"/>
          <a:lstStyle/>
          <a:p>
            <a:pPr>
              <a:defRPr spc="-100"/>
            </a:pPr>
            <a:endParaRPr/>
          </a:p>
        </p:txBody>
      </p:sp>
      <p:sp>
        <p:nvSpPr>
          <p:cNvPr id="2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78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279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4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81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82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3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85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Picture 10" descr="Picture 10"/>
          <p:cNvPicPr>
            <a:picLocks noChangeAspect="1"/>
          </p:cNvPicPr>
          <p:nvPr/>
        </p:nvPicPr>
        <p:blipFill>
          <a:blip r:embed="rId2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0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287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88" name="Picture 9" descr="Picture 9"/>
            <p:cNvPicPr>
              <a:picLocks noChangeAspect="1"/>
            </p:cNvPicPr>
            <p:nvPr/>
          </p:nvPicPr>
          <p:blipFill>
            <a:blip r:embed="rId2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9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29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2649602" cy="1896842"/>
          </a:xfrm>
          <a:prstGeom prst="rect">
            <a:avLst/>
          </a:prstGeom>
        </p:spPr>
        <p:txBody>
          <a:bodyPr anchor="t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4" name="PlaceHolder 7"/>
          <p:cNvSpPr>
            <a:spLocks noGrp="1"/>
          </p:cNvSpPr>
          <p:nvPr>
            <p:ph type="body" sz="quarter" idx="21"/>
          </p:nvPr>
        </p:nvSpPr>
        <p:spPr>
          <a:xfrm>
            <a:off x="6022080" y="3682079"/>
            <a:ext cx="2649602" cy="1896842"/>
          </a:xfrm>
          <a:prstGeom prst="rect">
            <a:avLst/>
          </a:prstGeom>
        </p:spPr>
        <p:txBody>
          <a:bodyPr anchor="t"/>
          <a:lstStyle/>
          <a:p>
            <a:pPr>
              <a:defRPr spc="-100"/>
            </a:pPr>
            <a:endParaRPr/>
          </a:p>
        </p:txBody>
      </p:sp>
      <p:sp>
        <p:nvSpPr>
          <p:cNvPr id="2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" name="CustomShape 2"/>
          <p:cNvSpPr/>
          <p:nvPr/>
        </p:nvSpPr>
        <p:spPr>
          <a:xfrm flipV="1">
            <a:off x="-1" y="6704640"/>
            <a:ext cx="9143642" cy="197642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4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roup 3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6" name="CustomShape 4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7" name="Picture 9" descr="Picture 9"/>
            <p:cNvPicPr>
              <a:picLocks noChangeAspect="1"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CustomShape 5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0" name="Picture 15" descr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Picture 10"/>
          <p:cNvPicPr>
            <a:picLocks noChangeAspect="1"/>
          </p:cNvPicPr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79" y="228599"/>
            <a:ext cx="2057041" cy="6346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6"/>
          <p:cNvGrpSpPr/>
          <p:nvPr/>
        </p:nvGrpSpPr>
        <p:grpSpPr>
          <a:xfrm>
            <a:off x="6146638" y="0"/>
            <a:ext cx="2997004" cy="875882"/>
            <a:chOff x="-1" y="0"/>
            <a:chExt cx="2997003" cy="875881"/>
          </a:xfrm>
        </p:grpSpPr>
        <p:sp>
          <p:nvSpPr>
            <p:cNvPr id="12" name="CustomShape 7"/>
            <p:cNvSpPr/>
            <p:nvPr/>
          </p:nvSpPr>
          <p:spPr>
            <a:xfrm>
              <a:off x="-2" y="-1"/>
              <a:ext cx="2997005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3" name="Picture 9" descr="Picture 9"/>
            <p:cNvPicPr>
              <a:picLocks noChangeAspect="1"/>
            </p:cNvPicPr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406440" y="228599"/>
              <a:ext cx="2057041" cy="6346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CustomShape 8"/>
            <p:cNvSpPr/>
            <p:nvPr/>
          </p:nvSpPr>
          <p:spPr>
            <a:xfrm>
              <a:off x="381240" y="190439"/>
              <a:ext cx="2076122" cy="6854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6" name="Picture 15" descr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079" y="228600"/>
            <a:ext cx="1920602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2" cy="3977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94832" y="6232199"/>
            <a:ext cx="258368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 spc="-1">
                <a:solidFill>
                  <a:srgbClr val="898989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3080" marR="0" indent="-3427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822" marR="0" indent="-326261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078" marR="0" indent="-30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142" marR="0" indent="-365182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342" marR="0" indent="-365182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924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Shape 1"/>
          <p:cNvSpPr txBox="1"/>
          <p:nvPr/>
        </p:nvSpPr>
        <p:spPr>
          <a:xfrm>
            <a:off x="0" y="784547"/>
            <a:ext cx="9052564" cy="6073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Project Presentation of Industry Oriented Hands on Experience (22CS422)</a:t>
            </a:r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On</a:t>
            </a:r>
          </a:p>
          <a:p>
            <a:pPr algn="ctr">
              <a:spcBef>
                <a:spcPts val="400"/>
              </a:spcBef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Lost And Found(Web based item recovery)</a:t>
            </a:r>
            <a:endParaRPr dirty="0"/>
          </a:p>
          <a:p>
            <a:pPr algn="ctr">
              <a:spcBef>
                <a:spcPts val="400"/>
              </a:spcBef>
              <a:defRPr sz="3800">
                <a:solidFill>
                  <a:srgbClr val="FF171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ctr">
              <a:spcBef>
                <a:spcPts val="400"/>
              </a:spcBef>
              <a:defRPr sz="2000" i="1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i="1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Pri</a:t>
            </a:r>
            <a:r>
              <a:rPr lang="en-US" dirty="0"/>
              <a:t>tam kumar</a:t>
            </a:r>
            <a:r>
              <a:rPr dirty="0"/>
              <a:t>  </a:t>
            </a:r>
            <a:r>
              <a:rPr i="0" dirty="0"/>
              <a:t>  221099</a:t>
            </a:r>
            <a:r>
              <a:rPr lang="en-US" i="0" dirty="0"/>
              <a:t>0683 </a:t>
            </a:r>
            <a:r>
              <a:rPr i="0" dirty="0"/>
              <a:t>                                     </a:t>
            </a:r>
            <a:r>
              <a:rPr lang="en-US" i="0" dirty="0"/>
              <a:t>Krishna Singh</a:t>
            </a:r>
            <a:r>
              <a:rPr i="0" dirty="0"/>
              <a:t>     </a:t>
            </a:r>
            <a:r>
              <a:rPr lang="en-US" i="0" dirty="0"/>
              <a:t>2210990521</a:t>
            </a:r>
            <a:endParaRPr dirty="0"/>
          </a:p>
          <a:p>
            <a:pPr>
              <a:spcBef>
                <a:spcPts val="400"/>
              </a:spcBef>
              <a:defRPr sz="2000" i="1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                                          </a:t>
            </a:r>
            <a:endParaRPr i="0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0" dirty="0"/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i="0" dirty="0"/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Supervised By</a:t>
            </a:r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Dr. </a:t>
            </a:r>
            <a:r>
              <a:rPr lang="en-US" dirty="0"/>
              <a:t>Monika Aggarwal</a:t>
            </a:r>
            <a:endParaRPr dirty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ts val="400"/>
              </a:spcBef>
              <a:defRPr sz="2000" spc="-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ts val="400"/>
              </a:spcBef>
              <a:defRPr sz="24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Department of Computer Science and Engineering, </a:t>
            </a:r>
          </a:p>
          <a:p>
            <a:pPr algn="ctr">
              <a:spcBef>
                <a:spcPts val="400"/>
              </a:spcBef>
              <a:defRPr sz="24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Chitkara University, Punjab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Shape 1"/>
          <p:cNvSpPr txBox="1"/>
          <p:nvPr/>
        </p:nvSpPr>
        <p:spPr>
          <a:xfrm>
            <a:off x="502918" y="146822"/>
            <a:ext cx="5928124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Introduction</a:t>
            </a:r>
          </a:p>
        </p:txBody>
      </p:sp>
      <p:sp>
        <p:nvSpPr>
          <p:cNvPr id="307" name="TextShape 3"/>
          <p:cNvSpPr txBox="1">
            <a:spLocks noGrp="1"/>
          </p:cNvSpPr>
          <p:nvPr>
            <p:ph type="sldNum" sz="quarter" idx="4294967295"/>
          </p:nvPr>
        </p:nvSpPr>
        <p:spPr>
          <a:xfrm>
            <a:off x="8505184" y="6414706"/>
            <a:ext cx="181254" cy="2483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308" name="TextShape 2"/>
          <p:cNvSpPr txBox="1"/>
          <p:nvPr/>
        </p:nvSpPr>
        <p:spPr>
          <a:xfrm>
            <a:off x="209726" y="1109741"/>
            <a:ext cx="8747284" cy="6176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marL="200526" indent="-200526">
              <a:lnSpc>
                <a:spcPct val="150000"/>
              </a:lnSpc>
              <a:spcBef>
                <a:spcPts val="400"/>
              </a:spcBef>
              <a:buSzPct val="100000"/>
              <a:buChar char="•"/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Web-based platform for managing lost and found items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Allows users to report lost and found items easily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Supports image upload for better identification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Improves communication between users through messaging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Replaces manual methods like notice boards and social media</a:t>
            </a:r>
          </a:p>
          <a:p>
            <a:pPr marL="200526" indent="-200526" defTabSz="12700">
              <a:lnSpc>
                <a:spcPct val="135000"/>
              </a:lnSpc>
              <a:buSzPct val="10000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Provides secure and organized digital item management</a:t>
            </a:r>
            <a:endParaRPr lang="en-US"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311" name="TextShape 2"/>
          <p:cNvSpPr txBox="1"/>
          <p:nvPr/>
        </p:nvSpPr>
        <p:spPr>
          <a:xfrm>
            <a:off x="198358" y="975690"/>
            <a:ext cx="8747284" cy="5201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No centralized system for lost and found items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Manual methods create confusion and delays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Difficult to identify the real owner of items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Poor communication between users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Low recovery rate of lost belongings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Lack of proper item tracking and management</a:t>
            </a: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OBJECTIVES</a:t>
            </a:r>
          </a:p>
        </p:txBody>
      </p:sp>
      <p:sp>
        <p:nvSpPr>
          <p:cNvPr id="314" name="TextShape 2"/>
          <p:cNvSpPr txBox="1"/>
          <p:nvPr/>
        </p:nvSpPr>
        <p:spPr>
          <a:xfrm>
            <a:off x="198358" y="937590"/>
            <a:ext cx="8747284" cy="4688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Develop a centralized lost and found management system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Simplify item reporting and searching process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Provide secure user authentication and </a:t>
            </a:r>
            <a:r>
              <a:rPr lang="en-US" sz="2000" dirty="0" err="1">
                <a:sym typeface="Times New Roman"/>
              </a:rPr>
              <a:t>acces</a:t>
            </a:r>
            <a:endParaRPr lang="en-US" sz="2000" dirty="0">
              <a:sym typeface="Times New Roman"/>
            </a:endParaRP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Improve communication through messaging system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Increase chances of successful item recovery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Ensure transparency with admin approval and tracking</a:t>
            </a:r>
            <a:endParaRPr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SYSTEM OVERVIEW</a:t>
            </a:r>
          </a:p>
        </p:txBody>
      </p:sp>
      <p:sp>
        <p:nvSpPr>
          <p:cNvPr id="317" name="TextShape 2"/>
          <p:cNvSpPr txBox="1"/>
          <p:nvPr/>
        </p:nvSpPr>
        <p:spPr>
          <a:xfrm>
            <a:off x="198358" y="937591"/>
            <a:ext cx="8747284" cy="4590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Full-stack web application based on MERN architecture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000" dirty="0">
                <a:sym typeface="Times New Roman"/>
              </a:rPr>
              <a:t>Frontend provides responsive and interactive interface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Backend handles API requests and business logic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MongoDB stores users, items, and messages data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REST APIs enable communication between frontend and backend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Admin module manages approval and monitoring system</a:t>
            </a:r>
          </a:p>
          <a:p>
            <a:pPr marL="342900" indent="-152400" defTabSz="12700">
              <a:lnSpc>
                <a:spcPct val="135000"/>
              </a:lnSpc>
              <a:buSzPct val="100000"/>
              <a:buFont typeface="Times New Roman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lnSpc>
                <a:spcPct val="150000"/>
              </a:lnSpc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KEY FEATURES</a:t>
            </a:r>
          </a:p>
        </p:txBody>
      </p:sp>
      <p:sp>
        <p:nvSpPr>
          <p:cNvPr id="320" name="TextShape 2"/>
          <p:cNvSpPr txBox="1"/>
          <p:nvPr/>
        </p:nvSpPr>
        <p:spPr>
          <a:xfrm>
            <a:off x="198358" y="937590"/>
            <a:ext cx="8747284" cy="464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152400" defTabSz="12700">
              <a:lnSpc>
                <a:spcPct val="135000"/>
              </a:lnSpc>
              <a:buSzPct val="100000"/>
              <a:buFont typeface="Helvetica Neue"/>
              <a:buChar char="•"/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FA990A-1934-0CDF-69BD-D0BE5FA45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14447"/>
            <a:ext cx="8747284" cy="28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 Posting: Report lost and found items easily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Upload: Helps in accurate item identification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&amp; Filter: Filter items by category and location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Messaging System: Secure communication between users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Tracking: Open, Claimed, and Closed status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Authentication: Secure login using JWT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TECHNOLOGY STACK</a:t>
            </a:r>
          </a:p>
        </p:txBody>
      </p:sp>
      <p:sp>
        <p:nvSpPr>
          <p:cNvPr id="323" name="TextShape 2"/>
          <p:cNvSpPr txBox="1"/>
          <p:nvPr/>
        </p:nvSpPr>
        <p:spPr>
          <a:xfrm>
            <a:off x="198358" y="937590"/>
            <a:ext cx="8747284" cy="4653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Backend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Node.js (server runtime)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Express.js (API handling)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MongoDB (database)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Mongoose (database </a:t>
            </a:r>
            <a:r>
              <a:rPr lang="en-IN" dirty="0" err="1"/>
              <a:t>modeling</a:t>
            </a:r>
            <a:r>
              <a:rPr lang="en-IN" dirty="0"/>
              <a:t>)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JWT (authentication)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Frontend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React.js (UI development)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TailwindCSS</a:t>
            </a:r>
            <a:r>
              <a:rPr lang="en-IN" dirty="0"/>
              <a:t> / CSS (styling)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Axios (API communication)</a:t>
            </a:r>
          </a:p>
          <a:p>
            <a:pPr marL="342900" lvl="1" indent="-342900" defTabSz="127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B04647-AAE7-BBAB-25D8-ADA1A07D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4973"/>
            <a:ext cx="850754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Client-server architecture-based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communicates with backend through REST APIs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processes requests and manages business logic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stores all application data securely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ensures secure user access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supports scalability and smooth performance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3D9B17-F31A-6190-D85C-B5DB27814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" y="894973"/>
            <a:ext cx="844973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Module → Login &amp; Registration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 Management Module → Manage lost/found items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Module → Organize item categories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Messaging Module → User communication system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Module → Approval and management system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Module → Item and activity monitoring 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WORKING OF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FD1AE-E2D8-7401-893D-E6F1C5D03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2036"/>
            <a:ext cx="914400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registers and logs into the platform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posts lost or found item with details and image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verifies and approves the item post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Approved item is displayed on public platform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search and filter items based on category/location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Interested users contact owner through messaging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 status updated as Claimed or Closed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CF6B62-7958-EF1F-43C8-C60AE8D2D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706"/>
            <a:ext cx="886460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functional lost and found web application developed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item tracking and management system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communication between users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chances of successful item recovery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authentication and admin verification implemented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and user-friendly interface achieved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FUTURE SCOPE</a:t>
            </a:r>
          </a:p>
        </p:txBody>
      </p:sp>
      <p:sp>
        <p:nvSpPr>
          <p:cNvPr id="338" name="TextShape 2"/>
          <p:cNvSpPr txBox="1"/>
          <p:nvPr/>
        </p:nvSpPr>
        <p:spPr>
          <a:xfrm flipV="1">
            <a:off x="198358" y="891871"/>
            <a:ext cx="8455708" cy="45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spcBef>
                <a:spcPts val="400"/>
              </a:spcBef>
              <a:defRPr sz="2000" spc="-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41AC18-0A78-D8DC-024F-3CAC350F2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5100"/>
            <a:ext cx="914400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Google Maps for location tracking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 development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item matching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 and alert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 for wider accessibility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analytics and reporting system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Shape 1"/>
          <p:cNvSpPr txBox="1"/>
          <p:nvPr/>
        </p:nvSpPr>
        <p:spPr>
          <a:xfrm>
            <a:off x="502918" y="146822"/>
            <a:ext cx="592812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980F6-5749-2126-D53A-6412F692F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" y="894973"/>
            <a:ext cx="8822267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Lost &amp; Found Portal provides an effective digital solution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Replaces unorganized manual item management methods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communication and item recovery process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Secure, scalable, and user-friendly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campuses, offices, and public environments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practical real-world problem solving 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Shape 1"/>
          <p:cNvSpPr txBox="1"/>
          <p:nvPr/>
        </p:nvSpPr>
        <p:spPr>
          <a:xfrm>
            <a:off x="1343296" y="3102119"/>
            <a:ext cx="6614160" cy="849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</a:t>
            </a:r>
          </a:p>
        </p:txBody>
      </p:sp>
      <p:sp>
        <p:nvSpPr>
          <p:cNvPr id="344" name="TextShape 3"/>
          <p:cNvSpPr txBox="1">
            <a:spLocks noGrp="1"/>
          </p:cNvSpPr>
          <p:nvPr>
            <p:ph type="sldNum" sz="quarter" idx="4294967295"/>
          </p:nvPr>
        </p:nvSpPr>
        <p:spPr>
          <a:xfrm>
            <a:off x="8428070" y="6414706"/>
            <a:ext cx="258368" cy="2483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14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574</Words>
  <Application>Microsoft Office PowerPoint</Application>
  <PresentationFormat>On-screen Show (4:3)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Helvetica Neue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pritam kumar</dc:creator>
  <cp:lastModifiedBy>Pritam Kumar</cp:lastModifiedBy>
  <cp:revision>2</cp:revision>
  <dcterms:modified xsi:type="dcterms:W3CDTF">2026-05-13T06:52:04Z</dcterms:modified>
</cp:coreProperties>
</file>